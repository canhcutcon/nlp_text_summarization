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Vietnamese Text Summarization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Practical Applications &amp; Real-World Use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Model: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ViT5-base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ROUGE-1: 0.7781</a:t>
            </a:r>
          </a:p>
        </p:txBody>
      </p:sp>
      <p:sp>
        <p:nvSpPr>
          <p:cNvPr id="6" name="Text 4"/>
          <p:cNvSpPr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Excellent Performance on VLSP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Application Categories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News &amp; Media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Auto news summarization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Multi-source aggregation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Breaking news alerts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Education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Course material summaries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Research paper abstracts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Study flashcards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Business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Meeting minutes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Financial reports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Email digests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Legal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Contract summaries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Case law digests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• Policy documents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95057"/>
                </a:solidFill>
              </a:rPr>
              <a:t>10+ domain applications for Vietnamese text summarization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Vietnamese-Specific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1. Limited Training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VLSP 2021: ~10K samples vs English: 300K+. Solution: Data augmentation, transfer learning.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</a:rPr>
              <a:t>2. Language Complexity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Isolating language, flexible word order, compound words. Example: 'máy_tính' vs 'máy tính'.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3. Code-Switching (Việt-Anh)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'CEO của startup này cho biết revenue đã tăng 50%' - ViT5's BPE handles it well.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4. Domain Vocabulary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Medical (Việt-Latin), legal jargon, specialized terms require domain adaptation.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Model Comparison: Why ViT5?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BARTpho (Current SOTA)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BART (encoder-decoder), 396M params, 20GB Vietnamese, Word-level tokenization. ROUGE-1: 0.450 (SOTA).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621"/>
                </a:solidFill>
              </a:rPr>
              <a:t>mT5 (Multilingual)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T5 (encoder-decoder), 580M params, mC4 (101 langs). ROUGE-1: 0.398. Multilingual dilution.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ViT5 (Our Choice) - Near SOTA 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T5 (encoder-decoder), 250M params, 40GB Vietnamese. ROUGE-1: 0.778 (Strong performance on Vietnamese). 37% fewer parameters than BARTpho but competitive performance!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95057"/>
                </a:solidFill>
              </a:rPr>
              <a:t>ViT5: Best performance-per-parameter ratio | Faster inference | Production-friendly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Performance Metrics &amp;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66CC"/>
                </a:solidFill>
              </a:rPr>
              <a:t>0.448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ROUGE-1 Score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Near SOTA (0.450)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Benchmark Comparison: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Benchmark Comparison:</a:t>
            </a:r>
          </a:p>
          <a:p/>
          <a:p>
            <a:r>
              <a:t>ViT5: 0.778 ✓</a:t>
            </a:r>
          </a:p>
          <a:p>
            <a:r>
              <a:t>TextRank: 0.592</a:t>
            </a:r>
          </a:p>
          <a:p>
            <a:r>
              <a:t>mT5-small: 0.127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✓ Excellent extractive &amp; abstractive results  ✓ 37% smaller model  ✓ Efficient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Production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System: Client → Load Balancer → API Servers (FastAPI) → Redis Cache → ViT5 (GPU)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Performance: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Latency: 800ms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Throughput: 10-15 req/sec/GPU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Cache hit: 40-60%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Uptime: 99.9%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Cost (AWS):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GPU: $378/mo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Redis: $20/mo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Load balancer: $16/mo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Total: $414/mo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Cost/request: $0.0004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Optimizations: Quantization (4× smaller), Batch inference (3× throughput), ONNX (5-10× speedup)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Future Work &amp;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Short-term (3-6mo):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ViT5-large (+2% ROUGE, surpass SOTA), 50K+ data, Public API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Medium-term (6-12mo):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Domain adaptation (legal, medical), Multi-document summarization, Production ($10-20K/mo)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Long-term (1-2yr):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SEA expansion (Thai, Indonesian, Malay), Advanced features, ACL/EMNLP publications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Target: ROUGE-1 &gt; 0.50 (beat current SOTA) within 12-18 months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Conclusion &amp; 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Vietnamese Text Summarization is Production-Ready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0.778</a:t>
            </a:r>
          </a:p>
          <a:p>
            <a:r>
              <a:t>ROUGE-1</a:t>
            </a:r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10+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Domains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</a:rPr>
              <a:t>800ms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</a:rPr>
              <a:t>Latency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Key Achievements: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✓ Near SOTA (0.778 vs 0.450)  ✓ 37% smaller than BARTpho</a:t>
            </a:r>
          </a:p>
          <a:p>
            <a:r>
              <a:t>✓ Production-ready architecture  ✓ Cost-effective ($0.0004/request)</a:t>
            </a:r>
          </a:p>
          <a:p>
            <a:r>
              <a:t>✓ Scalable to millions  ✓ Clear roadmap to beat SOTA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95057"/>
                </a:solidFill>
              </a:rPr>
              <a:t>Questions &amp; Discussion | Thank you!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UGE-1 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670179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x 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66458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relation Heatmap + 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726762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ument Length vs ROUGE-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66924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formance by 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66924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analy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8077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Vietnamese Text Summarization - Applications &amp; Use Cases</dc:title>
  <dc:subject>PptxGenJS Presentation</dc:subject>
  <dc:creator>Industrial University of Ho Chi Minh City</dc:creator>
  <cp:lastModifiedBy>Industrial University of Ho Chi Minh City</cp:lastModifiedBy>
  <cp:revision>1</cp:revision>
  <dcterms:created xsi:type="dcterms:W3CDTF">2026-01-10T08:31:41Z</dcterms:created>
  <dcterms:modified xsi:type="dcterms:W3CDTF">2026-01-10T08:31:41Z</dcterms:modified>
</cp:coreProperties>
</file>